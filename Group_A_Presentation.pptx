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Derived from main document: Group A Design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Derived from main document: Group A Design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Derived from main document: Group A Design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Derived from main document: Group A Design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Derived from main document: Group A Design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Derived from main document: Group A Design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Derived from main document: Group A Design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Wrap-up talking points and next action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645920"/>
            <a:ext cx="137160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Group A Design Project</a:t>
            </a:r>
          </a:p>
          <a:p>
            <a:pPr>
              <a:spcBef>
                <a:spcPts val="1800"/>
              </a:spcBef>
              <a:defRPr sz="2000">
                <a:solidFill>
                  <a:srgbClr val="818CF8"/>
                </a:solidFill>
                <a:latin typeface="Segoe UI"/>
              </a:defRPr>
            </a:pPr>
            <a:r>
              <a:t>Based on Group A Design Project with 0 Reference 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■  CORE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DEPARTMENT OF CHEMICAL ENGINEERING,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FACULTY OF ENGINEERING,  AHMADU BELLO UNIVERSITY, ZARIA.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DESIGN OF 10,000 TONNES PER ANNUM BATTERY-GRADE LITHIUM  CARBONATE PRODUCTION PLANT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A FINAL YEAR PROJECT  BY  GROUP A  IN PARTIAL FULFILMENT OF THE REQUIREMENTS FOR THE  AWARD OF BACHELOR OF ENGINEERING (B.ENG.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CHEMICAL)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■  CORE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3.6.1.4 Leaching Tanks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After acid roasting, the reacted mass is discharged into leaching tanks where hot water (70–80°C)  is added to dissolve lithium sulphate.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Agitated leach tanks with counter -current washing stages  maximise lithium recovery while minimising water consumption.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The leach slurry is then  thickened in raked thickeners and filtered on belt or drum filters to produce a clarified lithium  sulphate solution (PLS — Pregnant L...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The tails contain  silica, aluminium compounds, and unr eacted minerals and are disposed of as solid waste or used  in construction materials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■  CORE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Table 4.28: Material balance for Component Separator 1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Components Inlet (Kg/hr) Outlet  (Kg/hr)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S-30 S-31 S-32  ALPHA-01 0.0009215 0.0009215 0  BETA--01 0.001244025 0.001244025 0  H2O 18986.70329 17088.03299 1898.6703  CH4 0 0 0  O2 0.00E+00 0 0  CO2 18.30...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The material balance summary for the component separator is:  Steady state operation.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Negligible hold-up.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■  CORE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The energy balance summary for this filter is: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Operates at a steady state.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Negligible heat transfer.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The summary of Energy Balance across Flash Separator is given in Table 4.56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Figure 4.56: Process flow diagram of flash separator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■  CORE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275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8.4.4 Leaching Section  The leaching section manages lithium-containing acidic liquor.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Potential hazards include chemical  splashing, leakage, corrosion, temperature fluctuations, and exposure to process liquor.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Reactors  should be fitted with appropriate temperature and process mo nitoring systems.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Operators must  avoid direct contact with the process liquor and wear suitable chemical-resistant PPE.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■  CORE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368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P = 9.5 × 4.53  P = 43.04 kW  Applying a 20% design factor,  Pd  =1.2(P)  Pd = 1.2 (43.04)  Pd = 51.65 kW  For continuous grinding duty, the mill power is relat...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51.65 = 38D2.5  D2.5 = 51.65 / 38  D2.5 = 1.36  D = (1.36)0.4  D = 1.13 m  For ease of fabrication, the diameter was taken to be 1.2 m.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The length-to-diameter ratio for overflow ball mills normally lies between 1 ≤ L/D ≤ 1.8 (Perry,  2019; Gupta &amp; Yan, 2016).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A value of L/D = 1.5 was selected.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■  CORE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Local charges =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Royalties =   Insurance =   Total fixed cost =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A.25 Variable Operating Costs  Annual quantities:  Spodumene concentrate =   Sulphuric acid =   Sodium carbonate =   Calcium hydroxide =   Calcium carbonate =  ...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Calcium hydroxide =   Calcium carbonate =   Methane fuel =   Packaging = $35,000; Other consumables = $80,000  Total variable cost =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A.26 Production (utilities) Cost  Process water =   Electricity =   Total utilities =   A.27 Revenue  Lithium carbonate =   Sodium sulphate =   Total revenue =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■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Conclusions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62895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8600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Synthesized core findings from Group A Design Project.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Cross-referenced with 0 supporting sources.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Aligned with defined project presentation guidelines.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CBD5E1"/>
                </a:solidFill>
                <a:latin typeface="Segoe UI"/>
              </a:defRPr>
            </a:pPr>
            <a:r>
              <a:t>•   Open for questions and strategic discussions.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